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1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5B1A4-520A-4A56-AA9F-A0FD80DA8C12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DD5BB-A409-42BF-9AB5-866BB42C5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9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8DD5BB-A409-42BF-9AB5-866BB42C59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38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5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2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2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0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5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72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2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6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2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46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4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1ED82-EC5C-4989-B373-6C73FB8BE5E9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E8D3F-1460-4460-A9CF-3B327715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6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3" y="1381670"/>
            <a:ext cx="8575343" cy="1730019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IcedID</a:t>
            </a:r>
            <a:r>
              <a:rPr lang="en-US" b="1" dirty="0"/>
              <a:t> Lab</a:t>
            </a:r>
            <a:br>
              <a:rPr lang="en-US" b="1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az-Latn-AZ" dirty="0" smtClean="0"/>
              <a:t>CYBERDEFENDER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3602037"/>
            <a:ext cx="9394209" cy="19389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A cyber threat group was identified for initiating widespread phishing campaigns to distribute further malicious payloads. The most frequently encountered payloads were </a:t>
            </a:r>
            <a:r>
              <a:rPr lang="en-US" dirty="0" err="1"/>
              <a:t>IcedID</a:t>
            </a:r>
            <a:r>
              <a:rPr lang="en-US" dirty="0"/>
              <a:t>. You have been given a hash of an </a:t>
            </a:r>
            <a:r>
              <a:rPr lang="en-US" dirty="0" err="1"/>
              <a:t>IcedID</a:t>
            </a:r>
            <a:r>
              <a:rPr lang="en-US" dirty="0"/>
              <a:t> sample to analyze and monitor the activities of this advanced persistent threat (APT) group.</a:t>
            </a:r>
          </a:p>
          <a:p>
            <a:pPr algn="l"/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8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5841241"/>
            <a:ext cx="12192000" cy="8393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 is identified by several names; we must write the one that fits the cell.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7388"/>
            <a:ext cx="6436539" cy="9962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183582"/>
            <a:ext cx="6962323" cy="22891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1" y="340772"/>
            <a:ext cx="47710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File’s SHA256 hash:</a:t>
            </a:r>
          </a:p>
          <a:p>
            <a:r>
              <a:rPr lang="en-US" dirty="0" smtClean="0"/>
              <a:t>191eda0c539d284b29efe556abb05cd75a9077a0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63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43839"/>
            <a:ext cx="12192000" cy="8393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can extract the GIF name, the domains it accesses, and the number of domains.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043" y="1896412"/>
            <a:ext cx="6645957" cy="8991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930"/>
            <a:ext cx="5546043" cy="36800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042" y="3060492"/>
            <a:ext cx="6645959" cy="112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6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953" y="3525525"/>
            <a:ext cx="7505048" cy="4094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Registrar INC is observed for only one of the five domains in question.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259165" cy="16104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10436"/>
            <a:ext cx="4686954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9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18662"/>
            <a:ext cx="12192000" cy="8393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can see this result by typing "</a:t>
            </a:r>
            <a:r>
              <a:rPr lang="en-US" dirty="0" err="1"/>
              <a:t>IcedID</a:t>
            </a:r>
            <a:r>
              <a:rPr lang="en-US" dirty="0"/>
              <a:t>" into the Chrome search bar.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5298"/>
            <a:ext cx="6173061" cy="269595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4" y="726273"/>
            <a:ext cx="4934639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3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885900"/>
            <a:ext cx="12192000" cy="19721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answer is </a:t>
            </a:r>
            <a:r>
              <a:rPr lang="en-US" dirty="0" err="1"/>
              <a:t>URLDownloadToFileA</a:t>
            </a:r>
            <a:r>
              <a:rPr lang="en-US" dirty="0"/>
              <a:t>. </a:t>
            </a:r>
            <a:r>
              <a:rPr lang="en-US" dirty="0" err="1"/>
              <a:t>URLDownloadToFile</a:t>
            </a:r>
            <a:r>
              <a:rPr lang="en-US" dirty="0"/>
              <a:t> is a generic macro; if the text consists of ASCII characters, it resolves to </a:t>
            </a:r>
            <a:r>
              <a:rPr lang="en-US" dirty="0" err="1"/>
              <a:t>URLDownloadToFileA</a:t>
            </a:r>
            <a:r>
              <a:rPr lang="en-US" dirty="0"/>
              <a:t>, whereas if it consists of Unicode (UTF-16) characters, it resolves to </a:t>
            </a:r>
            <a:r>
              <a:rPr lang="en-US" dirty="0" err="1"/>
              <a:t>URLDownloadToFileW</a:t>
            </a:r>
            <a:r>
              <a:rPr lang="en-US" dirty="0"/>
              <a:t>. Based on our analysis—and assuming the use of ASCII characters given the age of the malware—we determine that the answer is </a:t>
            </a:r>
            <a:r>
              <a:rPr lang="en-US" dirty="0" err="1"/>
              <a:t>URLDownloadToFileA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2234"/>
            <a:ext cx="6868484" cy="17718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5704"/>
            <a:ext cx="6926668" cy="9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187</Words>
  <Application>Microsoft Office PowerPoint</Application>
  <PresentationFormat>Widescreen</PresentationFormat>
  <Paragraphs>11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IcedID Lab  CYBERDEFENDER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IcedID Lab  CYBERDEFENDER</dc:title>
  <dc:creator>Rafiq</dc:creator>
  <cp:lastModifiedBy>Rafiq</cp:lastModifiedBy>
  <cp:revision>30</cp:revision>
  <dcterms:created xsi:type="dcterms:W3CDTF">2026-10-07T03:39:10Z</dcterms:created>
  <dcterms:modified xsi:type="dcterms:W3CDTF">2026-10-08T22:11:04Z</dcterms:modified>
</cp:coreProperties>
</file>